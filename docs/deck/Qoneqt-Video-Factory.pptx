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Team details on the left, three real outputs from tonight's run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feeds need constant video; hand-made shorts take hours. Gap: no repeatable, community-aware, zero-cost pipeline exists for Qoneqt.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in one line, then three steps, then a comparison table against manual editing and one-shot AI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Five-stage pipeline with fallbacks. Frontend, backend, AI layer, data and deploy components. Stack line at the bottom.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features. The sixth slot shows a real frame from a Hinglish video generated tonight.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for creators, admins, and Qoneqt. Feasibility: measured timings, free-tier limits, one-container deploy.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screenshot from tonight on the left. Links, one-line conclusion, and the selection case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qoneqt-video-factory.up.railway.app/" TargetMode="External"/><Relationship Id="rId4" Type="http://schemas.openxmlformats.org/officeDocument/2006/relationships/hyperlink" Target="https://qoneqt-video-factory.up.railway.app/" TargetMode="External"/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QONEQT AI CHALLENGE  ·  PART 2  ·  CTRL FREAK 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Qoneqt </a:t>
            </a:r>
            <a:pPr indent="0" marL="0">
              <a:buNone/>
            </a:pPr>
            <a:r>
              <a:rPr lang="en-US" sz="34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Factory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in. Global Feed short out.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317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Theme: Build an LLM-Powered Content Pipeline for Qoneqt. A repeatable system that turns a topic into a publish-ready, captioned vertical video for the Qoneqt Global Feed.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4754880" cy="1234440"/>
          </a:xfrm>
          <a:prstGeom prst="roundRect">
            <a:avLst>
              <a:gd name="adj" fmla="val 7407"/>
            </a:avLst>
          </a:prstGeom>
          <a:solidFill>
            <a:srgbClr val="120826">
              <a:alpha val="74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3291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204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ProCoders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886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09651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LJ University</a:t>
            </a:r>
            <a:endParaRPr lang="en-US" sz="1300" dirty="0"/>
          </a:p>
        </p:txBody>
      </p:sp>
      <p:pic>
        <p:nvPicPr>
          <p:cNvPr id="11" name="Image 0" descr="/home/darshit/Desktop/hthn/docs/screens/frames/te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914400"/>
            <a:ext cx="1143000" cy="2032000"/>
          </a:xfrm>
          <a:prstGeom prst="rect">
            <a:avLst/>
          </a:prstGeom>
        </p:spPr>
      </p:pic>
      <p:pic>
        <p:nvPicPr>
          <p:cNvPr id="12" name="Image 1" descr="/home/darshit/Desktop/hthn/docs/screens/frames/motiv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94360"/>
            <a:ext cx="1143000" cy="2032000"/>
          </a:xfrm>
          <a:prstGeom prst="rect">
            <a:avLst/>
          </a:prstGeom>
        </p:spPr>
      </p:pic>
      <p:pic>
        <p:nvPicPr>
          <p:cNvPr id="13" name="Image 2" descr="/home/darshit/Desktop/hthn/docs/screens/frames/hinglis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914400"/>
            <a:ext cx="1143000" cy="203200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623560" y="3035808"/>
            <a:ext cx="3063240" cy="502920"/>
          </a:xfrm>
          <a:prstGeom prst="roundRect">
            <a:avLst>
              <a:gd name="adj" fmla="val 18182"/>
            </a:avLst>
          </a:prstGeom>
          <a:solidFill>
            <a:srgbClr val="120826">
              <a:alpha val="74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715000" y="30632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shorts generated by the pipeline tonight: Tech, Motivation, Hinglish presets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Qoneqt × CTRL FREAK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 +  EXISTING GAP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Global Feed is hungry. Video is slow.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2743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Qoneqt × CTRL FREAK 2026  ·  Qoneqt Video Factory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problem?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544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social feed lives on fresh video every day. Making one 30-second short by hand means writing a script, finding visuals, recording a voice, editing, and adding captions. A creator manages one a day. The Global Feed needs hundreds.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697480"/>
            <a:ext cx="1828800" cy="1051560"/>
          </a:xfrm>
          <a:prstGeom prst="roundRect">
            <a:avLst>
              <a:gd name="adj" fmla="val 8696"/>
            </a:avLst>
          </a:prstGeom>
          <a:solidFill>
            <a:srgbClr val="120826">
              <a:alpha val="82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788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E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hrs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3375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hand-make one 30-second short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468880" y="2697480"/>
            <a:ext cx="1828800" cy="1051560"/>
          </a:xfrm>
          <a:prstGeom prst="roundRect">
            <a:avLst>
              <a:gd name="adj" fmla="val 8696"/>
            </a:avLst>
          </a:prstGeom>
          <a:solidFill>
            <a:srgbClr val="120826">
              <a:alpha val="82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68880" y="2788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E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33375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Qoneqt-native topic-to-video tools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8862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thin, repetitive video content, creators who burn out, and communities that go quiet between posts.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188720"/>
            <a:ext cx="4023360" cy="1051560"/>
          </a:xfrm>
          <a:prstGeom prst="roundRect">
            <a:avLst>
              <a:gd name="adj" fmla="val 8696"/>
            </a:avLst>
          </a:prstGeom>
          <a:solidFill>
            <a:srgbClr val="120826">
              <a:alpha val="74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00600" y="1298448"/>
            <a:ext cx="329184" cy="32918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0600" y="1298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12801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affected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257800" y="15727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Qoneqt creators and community admins who must post daily, and the platform, whose Global Feed runs on steady video.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2331720"/>
            <a:ext cx="4023360" cy="1051560"/>
          </a:xfrm>
          <a:prstGeom prst="roundRect">
            <a:avLst>
              <a:gd name="adj" fmla="val 8696"/>
            </a:avLst>
          </a:prstGeom>
          <a:solidFill>
            <a:srgbClr val="120826">
              <a:alpha val="74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00600" y="2441448"/>
            <a:ext cx="329184" cy="32918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00600" y="2441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257800" y="24231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solutions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257800" y="27157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editing apps (CapCut, Canva), one-shot AI video generators on paid credits, or hiring an agency. All produce one video at a time.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63440" y="347472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120826">
              <a:alpha val="74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00600" y="3584448"/>
            <a:ext cx="329184" cy="32918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00600" y="3584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57800" y="35661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gaps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257800" y="385876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repeatable: no batch, no pipeline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community-aware: generic tone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per video; no enforced hook or captions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video factory, not a video button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2743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Qoneqt × CTRL FREAK 2026  ·  Qoneqt Video Factory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topic. Pick a community. Get a publish-ready short and its post text in about a minute.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120826">
              <a:alpha val="74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856232"/>
            <a:ext cx="329184" cy="32918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8562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8745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240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writes 3 hooks, scores them, keeps the best, then a 5–7 scene script with a stock-search query per scene, plus caption and hashtags.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46120" y="173736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120826">
              <a:alpha val="74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1856232"/>
            <a:ext cx="329184" cy="32918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18562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840480" y="18745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2240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voice reads each scene. An AI still is generated per scene, or a photo fetched, then given motion. Whisper gives word timings for word-pop captions.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35040" y="173736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120826">
              <a:alpha val="74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72200" y="1856232"/>
            <a:ext cx="329184" cy="32918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72200" y="18562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629400" y="18745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2240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ffmpeg assembles a 1080×1920 MP4 with burned-in captions. The app hands you the video, caption, and hashtags ready to paste into Qoneqt.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2461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better than existing options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47872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737360"/>
                <a:gridCol w="2651760"/>
              </a:tblGrid>
              <a:tr h="1463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9C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editing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9C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One-shot AI tools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 Factory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416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E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Repeatable at scale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3EE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3EE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E5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batch of 10 per click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A2B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E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Community-aware tone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3EE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hand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3EE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E5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presets, one dict entry each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A2B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E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Hook, captions, post 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3EE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hand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3EE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E5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in, every video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A2B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E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video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3EE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3EE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 credits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A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E5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 on free tiers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1B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0A2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 +  TECH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Process → Output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2743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Qoneqt × CTRL FREAK 2026  ·  Qoneqt Video Factory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941832" cy="1051560"/>
          </a:xfrm>
          <a:prstGeom prst="roundRect">
            <a:avLst>
              <a:gd name="adj" fmla="val 9709"/>
            </a:avLst>
          </a:prstGeom>
          <a:solidFill>
            <a:srgbClr val="120826">
              <a:alpha val="82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307592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600200"/>
            <a:ext cx="850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+ community preset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399032" y="1760220"/>
            <a:ext cx="98755" cy="0"/>
          </a:xfrm>
          <a:prstGeom prst="line">
            <a:avLst/>
          </a:prstGeom>
          <a:noFill/>
          <a:ln w="19050">
            <a:solidFill>
              <a:srgbClr val="C4B5FD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497787" y="1234440"/>
            <a:ext cx="941832" cy="1051560"/>
          </a:xfrm>
          <a:prstGeom prst="roundRect">
            <a:avLst>
              <a:gd name="adj" fmla="val 9709"/>
            </a:avLst>
          </a:prstGeom>
          <a:solidFill>
            <a:srgbClr val="120826">
              <a:alpha val="74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543507" y="1307592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Plan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543507" y="1600200"/>
            <a:ext cx="850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gpt-oss-120b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(fallback qwen, Gemini)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439619" y="1760220"/>
            <a:ext cx="98755" cy="0"/>
          </a:xfrm>
          <a:prstGeom prst="line">
            <a:avLst/>
          </a:prstGeom>
          <a:noFill/>
          <a:ln w="19050">
            <a:solidFill>
              <a:srgbClr val="C4B5FD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538374" y="1234440"/>
            <a:ext cx="941832" cy="1051560"/>
          </a:xfrm>
          <a:prstGeom prst="roundRect">
            <a:avLst>
              <a:gd name="adj" fmla="val 9709"/>
            </a:avLst>
          </a:prstGeom>
          <a:solidFill>
            <a:srgbClr val="120826">
              <a:alpha val="74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584094" y="1307592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Images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584094" y="1600200"/>
            <a:ext cx="850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Pollinations FLUX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still per scene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480206" y="1760220"/>
            <a:ext cx="98755" cy="0"/>
          </a:xfrm>
          <a:prstGeom prst="line">
            <a:avLst/>
          </a:prstGeom>
          <a:noFill/>
          <a:ln w="19050">
            <a:solidFill>
              <a:srgbClr val="C4B5FD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578962" y="1234440"/>
            <a:ext cx="941832" cy="1051560"/>
          </a:xfrm>
          <a:prstGeom prst="roundRect">
            <a:avLst>
              <a:gd name="adj" fmla="val 9709"/>
            </a:avLst>
          </a:prstGeom>
          <a:solidFill>
            <a:srgbClr val="120826">
              <a:alpha val="74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24682" y="1307592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Voice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624682" y="1600200"/>
            <a:ext cx="850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(fallback edge-tts)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20794" y="1760220"/>
            <a:ext cx="98755" cy="0"/>
          </a:xfrm>
          <a:prstGeom prst="line">
            <a:avLst/>
          </a:prstGeom>
          <a:noFill/>
          <a:ln w="19050">
            <a:solidFill>
              <a:srgbClr val="C4B5FD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619549" y="1234440"/>
            <a:ext cx="941832" cy="1051560"/>
          </a:xfrm>
          <a:prstGeom prst="roundRect">
            <a:avLst>
              <a:gd name="adj" fmla="val 9709"/>
            </a:avLst>
          </a:prstGeom>
          <a:solidFill>
            <a:srgbClr val="120826">
              <a:alpha val="74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65269" y="1307592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Visuals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665269" y="1600200"/>
            <a:ext cx="850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still or Wikimedia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pan-zoom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561381" y="1760220"/>
            <a:ext cx="98755" cy="0"/>
          </a:xfrm>
          <a:prstGeom prst="line">
            <a:avLst/>
          </a:prstGeom>
          <a:noFill/>
          <a:ln w="19050">
            <a:solidFill>
              <a:srgbClr val="C4B5FD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660136" y="1234440"/>
            <a:ext cx="941832" cy="1051560"/>
          </a:xfrm>
          <a:prstGeom prst="roundRect">
            <a:avLst>
              <a:gd name="adj" fmla="val 9709"/>
            </a:avLst>
          </a:prstGeom>
          <a:solidFill>
            <a:srgbClr val="120826">
              <a:alpha val="74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705856" y="1307592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Captions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705856" y="1600200"/>
            <a:ext cx="850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Whisper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timestamps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601968" y="1760220"/>
            <a:ext cx="98755" cy="0"/>
          </a:xfrm>
          <a:prstGeom prst="line">
            <a:avLst/>
          </a:prstGeom>
          <a:noFill/>
          <a:ln w="19050">
            <a:solidFill>
              <a:srgbClr val="C4B5FD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700723" y="1234440"/>
            <a:ext cx="941832" cy="1051560"/>
          </a:xfrm>
          <a:prstGeom prst="roundRect">
            <a:avLst>
              <a:gd name="adj" fmla="val 9709"/>
            </a:avLst>
          </a:prstGeom>
          <a:solidFill>
            <a:srgbClr val="120826">
              <a:alpha val="74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46443" y="1307592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Render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746443" y="1600200"/>
            <a:ext cx="850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ffmpeg 1080×1920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burned-in captions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642555" y="1760220"/>
            <a:ext cx="98755" cy="0"/>
          </a:xfrm>
          <a:prstGeom prst="line">
            <a:avLst/>
          </a:prstGeom>
          <a:noFill/>
          <a:ln w="19050">
            <a:solidFill>
              <a:srgbClr val="C4B5FD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741310" y="1234440"/>
            <a:ext cx="941832" cy="1051560"/>
          </a:xfrm>
          <a:prstGeom prst="roundRect">
            <a:avLst>
              <a:gd name="adj" fmla="val 9709"/>
            </a:avLst>
          </a:prstGeom>
          <a:solidFill>
            <a:srgbClr val="120826">
              <a:alpha val="82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87030" y="1307592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7787030" y="1600200"/>
            <a:ext cx="850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MP4 + thumbnail + post text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2377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has a fallback chain, so one flaky free API never kills a job. A single worker thread drains the job queue; batch mode is just N queued topics.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57200" y="274320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120826">
              <a:alpha val="74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94360" y="283464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594360" y="3127248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static HTML page. Textarea for topics (one per line), community dropdown, live stage progress, inline player, Copy post text, Download.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542032" y="274320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120826">
              <a:alpha val="74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2679192" y="283464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2679192" y="3127248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FastAPI. POST /generate, GET /jobs, static /out. In-memory job dict, one worker thread, files per job in out/&lt;id&gt;/.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626864" y="274320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120826">
              <a:alpha val="74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764024" y="283464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764024" y="3127248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for plan JSON (validated, guided retry). TTS per scene. Photo or clip search per scene. Whisper word timings aligned to script words.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711696" y="274320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120826">
              <a:alpha val="74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848856" y="283464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+ deploy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6848856" y="3127248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as files (mp4, jpg, json). Docker image with ffmpeg and Noto fonts. Deployed on Railway, keys as secrets.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 </a:t>
            </a:r>
            <a:pPr indent="0" marL="0">
              <a:buNone/>
            </a:pPr>
            <a:r>
              <a:rPr lang="en-US" sz="105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 · FastAPI · httpx · ffmpeg · Docker · Groq (gpt-oss-120b, Whisper large-v3-turbo) · Pollinations FLUX · Railway · ElevenLabs · edge-tts · Wikimedia Commons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things that make it work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2743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07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Qoneqt × CTRL FREAK 2026  ·  Qoneqt Video Factory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120826">
              <a:alpha val="74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371600"/>
            <a:ext cx="329184" cy="32918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3898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presets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783080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Qoneqt communities (General, Tech, Fitness, Motivation, Finance, Hinglish Fun). Each sets tone, language, narrator voice, caption style, hashtags, and caption colour. Adding one is a single dict entry.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64408" y="123444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120826">
              <a:alpha val="74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01568" y="1371600"/>
            <a:ext cx="329184" cy="32918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01568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858768" y="13898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Self-scored hooks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401568" y="1783080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writes three opening lines, scores each for scroll-stopping power, and the best one opens the video. Quality control inside the prompt, zero extra calls.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71616" y="123444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120826">
              <a:alpha val="74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08776" y="1371600"/>
            <a:ext cx="329184" cy="32918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08776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665976" y="13898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Word-pop captions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208776" y="1783080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 word timestamps drive karaoke-style captions: each spoken word lights up in the preset colour, aligned back to the script's own spelling. The look that performs on shorts.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01752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120826">
              <a:alpha val="74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3154680"/>
            <a:ext cx="329184" cy="32918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4360" y="3154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" y="317296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and fallbacks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3566160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topics per click, one worker, no babysitting. Every stage has a fallback (LLM, voice, stock, captions), so the factory keeps producing when a free API blinks.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64408" y="301752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120826">
              <a:alpha val="74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01568" y="3154680"/>
            <a:ext cx="329184" cy="32918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01568" y="3154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858768" y="317296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Post-ready output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3401568" y="3566160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an MP4. Hook, caption, and hashtags come out together, with a one-click Copy post text button, so publishing to Qoneqt is a 30-second manual step.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071616" y="301752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120826">
              <a:alpha val="82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pic>
        <p:nvPicPr>
          <p:cNvPr id="32" name="Image 0" descr="/home/darshit/Desktop/hthn/docs/screens/frames/hingli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8776" y="3127248"/>
            <a:ext cx="777240" cy="138176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7077456" y="3154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output frame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7077456" y="347472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Hinglish preset, edge-tts fallback voice, Whisper-timed captions, pink accent word. Generated, not mocked.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 +  FEASIBILITY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and feasibility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2743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07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Qoneqt × CTRL FREAK 2026  ·  Qoneqt Video Factory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1920240" cy="1051560"/>
          </a:xfrm>
          <a:prstGeom prst="roundRect">
            <a:avLst>
              <a:gd name="adj" fmla="val 8696"/>
            </a:avLst>
          </a:prstGeom>
          <a:solidFill>
            <a:srgbClr val="120826">
              <a:alpha val="82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280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E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28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cost per video on free tiers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60320" y="1188720"/>
            <a:ext cx="1920240" cy="1051560"/>
          </a:xfrm>
          <a:prstGeom prst="roundRect">
            <a:avLst>
              <a:gd name="adj" fmla="val 8696"/>
            </a:avLst>
          </a:prstGeom>
          <a:solidFill>
            <a:srgbClr val="120826">
              <a:alpha val="82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60320" y="1280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E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min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1828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30–45 s short (measured tonight)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1920240" cy="1051560"/>
          </a:xfrm>
          <a:prstGeom prst="roundRect">
            <a:avLst>
              <a:gd name="adj" fmla="val 8696"/>
            </a:avLst>
          </a:prstGeom>
          <a:solidFill>
            <a:srgbClr val="120826">
              <a:alpha val="82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1280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E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1828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per click in batch mode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766560" y="1188720"/>
            <a:ext cx="1920240" cy="1051560"/>
          </a:xfrm>
          <a:prstGeom prst="roundRect">
            <a:avLst>
              <a:gd name="adj" fmla="val 8696"/>
            </a:avLst>
          </a:prstGeom>
          <a:solidFill>
            <a:srgbClr val="120826">
              <a:alpha val="82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0" y="1280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E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1828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presets, one dict entry to add more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4023360" cy="2148840"/>
          </a:xfrm>
          <a:prstGeom prst="roundRect">
            <a:avLst>
              <a:gd name="adj" fmla="val 4255"/>
            </a:avLst>
          </a:prstGeom>
          <a:solidFill>
            <a:srgbClr val="120826">
              <a:alpha val="74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25786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benefits and how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2898648"/>
            <a:ext cx="3703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Creators: turn ideas into daily shorts without editing skills or hours of work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admins: on-tone videos in their own voice, Hinglish included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Qoneqt: a steadier, higher-quality stream on the Global Feed, and a tool it can offer creators natively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Real-world: 100 topics in overnight, 100 publish-ready videos out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63440" y="2468880"/>
            <a:ext cx="4023360" cy="2148840"/>
          </a:xfrm>
          <a:prstGeom prst="roundRect">
            <a:avLst>
              <a:gd name="adj" fmla="val 4255"/>
            </a:avLst>
          </a:prstGeom>
          <a:solidFill>
            <a:srgbClr val="120826">
              <a:alpha val="74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46320" y="25786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and feasibility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846320" y="2898648"/>
            <a:ext cx="3703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free CPU: ~40–60 videos/hour per worker; scale by adding workers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tiers: Groq LLM + Whisper, ElevenLabs (edge-tts fallback), Wikimedia visuals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Docker container on Railway; keys stay secret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end to end today and live on a public URL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+  CONCLUSION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running tonight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2743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07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Qoneqt × CTRL FREAK 2026  ·  Qoneqt Video Factory</a:t>
            </a:r>
            <a:endParaRPr lang="en-US" sz="900" dirty="0"/>
          </a:p>
        </p:txBody>
      </p:sp>
      <p:pic>
        <p:nvPicPr>
          <p:cNvPr id="6" name="Image 0" descr="/home/darshit/Desktop/hthn/docs/screens/ui-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3017520" cy="340002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023360" y="118872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prototype does today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48132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of topics queued from the page; each runs plan → images → voice → visuals → captions → render with live progress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3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34-second videos in about 55 seconds each, word-pop captions, post text ready to copy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023360" y="2240280"/>
            <a:ext cx="4663440" cy="1234440"/>
          </a:xfrm>
          <a:prstGeom prst="roundRect">
            <a:avLst>
              <a:gd name="adj" fmla="val 7407"/>
            </a:avLst>
          </a:prstGeom>
          <a:solidFill>
            <a:srgbClr val="120826">
              <a:alpha val="82000"/>
            </a:srgbClr>
          </a:solidFill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160520" y="230428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 live demo in 3 steps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160520" y="2615184"/>
            <a:ext cx="219456" cy="21945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160520" y="261518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462272" y="261518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prompt  </a:t>
            </a:r>
            <a:pPr indent="0" marL="0">
              <a:buNone/>
            </a:pPr>
            <a:r>
              <a:rPr lang="en-US" sz="95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“AI use cases in daily life” (one topic per line)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160520" y="2889504"/>
            <a:ext cx="219456" cy="21945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60520" y="288950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462272" y="288950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 category  </a:t>
            </a:r>
            <a:pPr indent="0" marL="0">
              <a:buNone/>
            </a:pPr>
            <a:r>
              <a:rPr lang="en-US" sz="95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community: Tech, Fitness, Hinglish Fun…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160520" y="3163824"/>
            <a:ext cx="219456" cy="21945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160520" y="316382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462272" y="316382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Start  </a:t>
            </a:r>
            <a:pPr indent="0" marL="0">
              <a:buNone/>
            </a:pPr>
            <a:r>
              <a:rPr lang="en-US" sz="950" dirty="0">
                <a:solidFill>
                  <a:srgbClr val="A8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stages run; the video is ready in ~1 min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023360" y="3611880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FFE500"/>
          </a:solidFill>
          <a:ln>
            <a:solidFill>
              <a:srgbClr val="FFE5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0B041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https://qoneqt-video-factory.up.railway.app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Open Live Demo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989320" y="3584448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qoneqt-video-factory.up.railway.app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4023360" y="41148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Qoneqt doesn't need one AI video. It needs a factory. We built the factory.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Qoneqt Video Factory</dc:title>
  <dc:subject>PptxGenJS Presentation</dc:subject>
  <dc:creator>ProCoders</dc:creator>
  <cp:lastModifiedBy>ProCoders</cp:lastModifiedBy>
  <cp:revision>1</cp:revision>
  <dcterms:created xsi:type="dcterms:W3CDTF">2026-09-30T03:33:30Z</dcterms:created>
  <dcterms:modified xsi:type="dcterms:W3CDTF">2026-09-30T03:33:30Z</dcterms:modified>
</cp:coreProperties>
</file>