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Team details on the left, three real outputs from tonight's run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feeds need constant video; hand-made shorts take hours. Gap: no repeatable, community-aware, zero-cost pipeline exists for Qoneqt.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in one line, then three steps, then a comparison table against manual editing and one-shot AI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Five-stage pipeline with fallbacks. Frontend, backend, AI layer, data and deploy components. Stack line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features. The sixth slot shows a real frame from a Hinglish video generated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for creators, admins, and Qoneqt. Feasibility: measured timings, free-tier limits, one-container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screenshot from tonight on the left. Links, one-line conclusion, and the selection case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AI CHALLENGE  ·  PART 2  ·  CTRL FREAK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</a:t>
            </a:r>
            <a:pPr indent="0" marL="0">
              <a:buNone/>
            </a:pPr>
            <a:r>
              <a:rPr lang="en-US" sz="3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Factory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in. Global Feed short out.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Build an LLM-Powered Content Pipeline for Qoneqt. A repeatable system that turns a topic into a publish-ready, captioned vertical video for the Qoneqt Global Feed.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·  [Team ID]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965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</a:t>
            </a:r>
            <a:endParaRPr lang="en-US" sz="1300" dirty="0"/>
          </a:p>
        </p:txBody>
      </p:sp>
      <p:pic>
        <p:nvPicPr>
          <p:cNvPr id="11" name="Image 0" descr="/home/darshit/Desktop/hthn/docs/screens/frames/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914400"/>
            <a:ext cx="1143000" cy="2032000"/>
          </a:xfrm>
          <a:prstGeom prst="rect">
            <a:avLst/>
          </a:prstGeom>
        </p:spPr>
      </p:pic>
      <p:pic>
        <p:nvPicPr>
          <p:cNvPr id="12" name="Image 1" descr="/home/darshit/Desktop/hthn/docs/screens/frames/motiv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94360"/>
            <a:ext cx="1143000" cy="2032000"/>
          </a:xfrm>
          <a:prstGeom prst="rect">
            <a:avLst/>
          </a:prstGeom>
        </p:spPr>
      </p:pic>
      <p:pic>
        <p:nvPicPr>
          <p:cNvPr id="13" name="Image 2" descr="/home/darshit/Desktop/hthn/docs/screens/frames/hingli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914400"/>
            <a:ext cx="1143000" cy="2032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23560" y="3035808"/>
            <a:ext cx="3063240" cy="502920"/>
          </a:xfrm>
          <a:prstGeom prst="roundRect">
            <a:avLst>
              <a:gd name="adj" fmla="val 18182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71500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shorts generated by the pipeline tonight: Tech, Motivation, Hinglish presets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+  EXISTING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Feed is hungry. Video is slow.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Qoneqt Video Factory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feed lives on fresh video every day. Making one 30-second short by hand means writing a script, finding visuals, recording a voice, editing, and adding captions. A creator manages one a day. The Global Feed needs hundreds.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120826">
              <a:alpha val="8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788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hrs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hand-make one 30-second short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269748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120826">
              <a:alpha val="8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8880" y="2788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Qoneqt-native topic-to-video tools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thin, repetitive video content, creators who burn out, and communities that go quiet between posts.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298448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1280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15727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creators and community admins who must post daily, and the platform, whose Global Feed runs on steady video.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441448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423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27157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editing apps (CapCut, Canva), one-shot AI video generators on paid credits, or hiring an agency. All produce one video at a time.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4747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584448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566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38587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repeatable: no batch, no pipeline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community-aware: generic tone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per video; no enforced hook or captions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 factory, not a video button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Qoneqt Video Factory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topic. Pick a community. Get a publish-ready short and its post text in about a minute.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56232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240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writes 3 hooks, scores them, keeps the best, then a 5–7 scene script with a stock-search query per scene, plus caption and hashtags.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73736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856232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240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voice reads each scene. An AI still is generated per scene, or a photo fetched, then given motion. Whisper gives word timings for word-pop captions.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73736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856232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240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assembles a 1080×1920 MP4 with burned-in captions. The app hands you the video, caption, and hashtags ready to paste into Qoneqt.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246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better than existing options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47872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737360"/>
                <a:gridCol w="2651760"/>
              </a:tblGrid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9C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editing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9C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One-shot AI tools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Factory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416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 at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E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batch of 10 per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Community-aware tone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hand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E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presets, one dict entry each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Hook, captions, post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hand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E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in, every video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video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EE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credits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E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on free tiers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A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+  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 →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Qoneqt Video Factory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941832" cy="1051560"/>
          </a:xfrm>
          <a:prstGeom prst="roundRect">
            <a:avLst>
              <a:gd name="adj" fmla="val 9709"/>
            </a:avLst>
          </a:prstGeom>
          <a:solidFill>
            <a:srgbClr val="120826">
              <a:alpha val="8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3075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600200"/>
            <a:ext cx="850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+ community preset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99032" y="1760220"/>
            <a:ext cx="98755" cy="0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497787" y="1234440"/>
            <a:ext cx="941832" cy="1051560"/>
          </a:xfrm>
          <a:prstGeom prst="roundRect">
            <a:avLst>
              <a:gd name="adj" fmla="val 9709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43507" y="13075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Plan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543507" y="1600200"/>
            <a:ext cx="850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gpt-oss-120b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(fallback qwen, Gemini)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39619" y="1760220"/>
            <a:ext cx="98755" cy="0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38374" y="1234440"/>
            <a:ext cx="941832" cy="1051560"/>
          </a:xfrm>
          <a:prstGeom prst="roundRect">
            <a:avLst>
              <a:gd name="adj" fmla="val 9709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84094" y="13075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Images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584094" y="1600200"/>
            <a:ext cx="850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Pollinations FLUX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still per scene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80206" y="1760220"/>
            <a:ext cx="98755" cy="0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78962" y="1234440"/>
            <a:ext cx="941832" cy="1051560"/>
          </a:xfrm>
          <a:prstGeom prst="roundRect">
            <a:avLst>
              <a:gd name="adj" fmla="val 9709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24682" y="13075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Voice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24682" y="1600200"/>
            <a:ext cx="850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(fallback edge-tts)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20794" y="1760220"/>
            <a:ext cx="98755" cy="0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19549" y="1234440"/>
            <a:ext cx="941832" cy="1051560"/>
          </a:xfrm>
          <a:prstGeom prst="roundRect">
            <a:avLst>
              <a:gd name="adj" fmla="val 9709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5269" y="13075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Visuals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65269" y="1600200"/>
            <a:ext cx="850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still or Wikimedia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pan-zoom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61381" y="1760220"/>
            <a:ext cx="98755" cy="0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0136" y="1234440"/>
            <a:ext cx="941832" cy="1051560"/>
          </a:xfrm>
          <a:prstGeom prst="roundRect">
            <a:avLst>
              <a:gd name="adj" fmla="val 9709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05856" y="13075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Captions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705856" y="1600200"/>
            <a:ext cx="850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timestamps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01968" y="1760220"/>
            <a:ext cx="98755" cy="0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700723" y="1234440"/>
            <a:ext cx="941832" cy="1051560"/>
          </a:xfrm>
          <a:prstGeom prst="roundRect">
            <a:avLst>
              <a:gd name="adj" fmla="val 9709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46443" y="13075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Render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746443" y="1600200"/>
            <a:ext cx="850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1080×1920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burned-in captions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642555" y="1760220"/>
            <a:ext cx="98755" cy="0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741310" y="1234440"/>
            <a:ext cx="941832" cy="1051560"/>
          </a:xfrm>
          <a:prstGeom prst="roundRect">
            <a:avLst>
              <a:gd name="adj" fmla="val 9709"/>
            </a:avLst>
          </a:prstGeom>
          <a:solidFill>
            <a:srgbClr val="120826">
              <a:alpha val="8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87030" y="13075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787030" y="1600200"/>
            <a:ext cx="850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+ thumbnail + post text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has a fallback chain, so one flaky free API never kills a job. A single worker thread drains the job queue; batch mode is just N queued topics.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2834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312724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static HTML page. Textarea for topics (one per line), community dropdown, live stage progress, inline player, Copy post text, Download.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42032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679192" y="2834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2679192" y="312724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FastAPI. POST /generate, GET /jobs, static /out. In-memory job dict, one worker thread, files per job in out/&lt;id&gt;/.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26864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764024" y="2834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764024" y="312724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plan JSON (validated, guided retry). TTS per scene. Photo or clip search per scene. Whisper word timings aligned to script words.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11696" y="274320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48856" y="2834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deploy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848856" y="312724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as files (mp4, jpg, json). Docker image with ffmpeg and Noto fonts. Deployed on a free Hugging Face Space, keys as secrets.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</a:t>
            </a:r>
            <a:pPr indent="0" marL="0">
              <a:buNone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FastAPI · httpx · ffmpeg · Docker · Groq (gpt-oss-120b, Whisper large-v3-turbo) · Pollinations FLUX · Hugging Face Spaces · ElevenLabs · edge-tts · Wikimedia Commons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that make it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Qoneqt Video Factory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389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presets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83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Qoneqt communities (General, Tech, Fitness, Motivation, Finance, Hinglish Fun). Each sets tone, language, narrator voice, caption style, hashtags, and caption colour. Adding one is a single dict entry.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2344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371600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01568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58768" y="1389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Self-scored hooks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1783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writes three opening lines, scores each for scroll-stopping power, and the best one opens the video. Quality control inside the prompt, zero extra calls.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12344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1371600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08776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65976" y="1389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Word-pop captions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08776" y="1783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word timestamps drive karaoke-style captions: each spoken word lights up in the preset colour, aligned back to the script's own spelling. The look that performs on shorts.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154680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1729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and fallbacks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5661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topics per click, one worker, no babysitting. Every stage has a fallback (LLM, voice, stock, captions), so the factory keeps producing when a free API blinks.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3017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01568" y="3154680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01568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858768" y="31729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Post-ready output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3401568" y="35661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an MP4. Hook, caption, and hashtags come out together, with a one-click Copy post text button, so publishing to Qoneqt is a 30-second manual step.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71616" y="30175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20826">
              <a:alpha val="8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32" name="Image 0" descr="/home/darshit/Desktop/hthn/docs/screens/frames/hingli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3127248"/>
            <a:ext cx="777240" cy="138176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7077456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frame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077456" y="34747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preset, edge-tts fallback voice, Whisper-timed captions, pink accent word. Generated, not mocked.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+  FEASIBILITY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feasibility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Qoneqt Video Factory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20826">
              <a:alpha val="8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 per video on free tiers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20826">
              <a:alpha val="8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 30–45 s short (measured tonight)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20826">
              <a:alpha val="8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per click in batch mode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1188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20826">
              <a:alpha val="8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presets, one dict entry to add more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578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how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898648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Creators: turn ideas into daily shorts without editing skills or hours of work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admins: on-tone videos in their own voice, Hinglish included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Qoneqt: a steadier, higher-quality stream on the Global Feed, and a tool it can offer creators natively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100 topics in overnight, 100 publish-ready videos 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120826">
              <a:alpha val="7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2578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feasibility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898648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 CPU: ~40–60 videos/hour per worker; scale by adding workers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tiers: Groq LLM + Whisper, ElevenLabs (edge-tts fallback), Wikimedia visuals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Docker container on a free Hugging Face Space; keys stay secret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 to end today; live URL and Global Feed post by the finale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+  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running tonight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× CTRL FREAK 2026  ·  Qoneqt Video Factory</a:t>
            </a:r>
            <a:endParaRPr lang="en-US" sz="900" dirty="0"/>
          </a:p>
        </p:txBody>
      </p:sp>
      <p:pic>
        <p:nvPicPr>
          <p:cNvPr id="6" name="Image 0" descr="/home/darshit/Desktop/hthn/docs/screens/ui-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017520" cy="34000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023360" y="1188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does today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50876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of three topics queued from the page; each ran plan → images → voice → visuals → captions → render with live progress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34-second videos produced in about 55 seconds each, ElevenLabs voice, word-pop captions, post text ready to copy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preset verified on the fallback voice; every stage's fallback exercised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023360" y="269748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120826">
              <a:alpha val="8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60520" y="276148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pPr indent="0" marL="0">
              <a:buNone/>
            </a:pPr>
            <a:r>
              <a:rPr lang="en-US" sz="1050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github.com/&lt;user&gt;/qoneqt-video-factory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huggingface.co/spaces/&lt;user&gt;/qoneqt-video-factory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36393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Qoneqt doesn't need one AI video. It needs a factory. We built the factory.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41879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3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 this: it already ships, costs nothing to run, speaks each community's language, and is built on Qoneqt's real content format, not a concept.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Qoneqt Video Factory</dc:title>
  <dc:subject>PptxGenJS Presentation</dc:subject>
  <dc:creator>[Team Name]</dc:creator>
  <cp:lastModifiedBy>[Team Name]</cp:lastModifiedBy>
  <cp:revision>1</cp:revision>
  <dcterms:created xsi:type="dcterms:W3CDTF">2026-09-29T18:10:50Z</dcterms:created>
  <dcterms:modified xsi:type="dcterms:W3CDTF">2026-09-29T18:10:50Z</dcterms:modified>
</cp:coreProperties>
</file>